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9110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ieee802.org/11/" TargetMode="External"/><Relationship Id="rId5" Type="http://schemas.openxmlformats.org/officeDocument/2006/relationships/hyperlink" Target="https://developer.mozilla.org/en-US/docs/Web/API/Fetch_API" TargetMode="External"/><Relationship Id="rId4" Type="http://schemas.openxmlformats.org/officeDocument/2006/relationships/hyperlink" Target="https://developer.mozilla.org/en-US/docs/Web/API/Geolocation_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lang="en-IN"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Network Dead Zone Detector</a:t>
            </a:r>
            <a:endParaRPr sz="2550" b="1" dirty="0">
              <a:solidFill>
                <a:srgbClr val="2037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Prathamesh Bhadange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– </a:t>
            </a: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1262243768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IN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Yasir Patel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– </a:t>
            </a: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1262243772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Shagun Bhati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– </a:t>
            </a: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1262243778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IN" sz="1575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Sukhmeet</a:t>
            </a:r>
            <a:r>
              <a:rPr lang="en-IN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Singh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– </a:t>
            </a: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1262243781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[No.]   Panel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Batch</a:t>
            </a:r>
            <a:r>
              <a:rPr lang="en-IN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E1</a:t>
            </a:r>
            <a:endParaRPr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</a:t>
            </a:r>
            <a:r>
              <a:rPr lang="en-US" sz="15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Dr.Swati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sz="1600" b="1" dirty="0"/>
              <a:t>Problem: </a:t>
            </a:r>
            <a:r>
              <a:rPr lang="en-IN" sz="1600" dirty="0"/>
              <a:t>Wi-Fi dead zones occur when signal strength becomes weak or connectivity is unreliable due to distance, walls, interference, or poor router placement. Identifying these areas manually makes network troubleshooting difficult.</a:t>
            </a:r>
          </a:p>
          <a:p>
            <a:r>
              <a:rPr lang="en-IN" sz="1600" b="1" dirty="0"/>
              <a:t>Target Users &amp; Scope: </a:t>
            </a:r>
            <a:r>
              <a:rPr lang="en-IN" sz="1600" dirty="0"/>
              <a:t>The project is designed for home users and network technicians to record signal measurements, identify weak-coverage areas, visualize readings on floor plans, and explore possible solutions to improve Wi-Fi coverage.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476250" y="3473958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476250" y="3902583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600" dirty="0"/>
              <a:t>Record network signal-strength observations at different locations.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Classify weak-signal areas using configurable thresholds.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Visualize measurements on a floor plan and help users identify possible network improvements, where supported by the implementation.</a:t>
            </a:r>
          </a:p>
          <a:p>
            <a:r>
              <a:rPr lang="en-IN" dirty="0"/>
              <a:t>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307565" y="102632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56FFC1B-3B87-2C4F-8E1B-55643A39B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884370"/>
              </p:ext>
            </p:extLst>
          </p:nvPr>
        </p:nvGraphicFramePr>
        <p:xfrm>
          <a:off x="196645" y="3765766"/>
          <a:ext cx="3382297" cy="2459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832">
                  <a:extLst>
                    <a:ext uri="{9D8B030D-6E8A-4147-A177-3AD203B41FA5}">
                      <a16:colId xmlns:a16="http://schemas.microsoft.com/office/drawing/2014/main" val="4125572709"/>
                    </a:ext>
                  </a:extLst>
                </a:gridCol>
                <a:gridCol w="1990465">
                  <a:extLst>
                    <a:ext uri="{9D8B030D-6E8A-4147-A177-3AD203B41FA5}">
                      <a16:colId xmlns:a16="http://schemas.microsoft.com/office/drawing/2014/main" val="3974962149"/>
                    </a:ext>
                  </a:extLst>
                </a:gridCol>
              </a:tblGrid>
              <a:tr h="25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Technology /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691346"/>
                  </a:ext>
                </a:extLst>
              </a:tr>
              <a:tr h="420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HTML, CSS, JavaScript or framework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646682"/>
                  </a:ext>
                </a:extLst>
              </a:tr>
              <a:tr h="25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Node.js / Express, if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918979"/>
                  </a:ext>
                </a:extLst>
              </a:tr>
              <a:tr h="420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Data exchange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REST API and JSON, if 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519658"/>
                  </a:ext>
                </a:extLst>
              </a:tr>
              <a:tr h="420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Communication 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HTTP / HTTPS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623990"/>
                  </a:ext>
                </a:extLst>
              </a:tr>
              <a:tr h="25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Development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Visual Studio Code, web 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84607"/>
                  </a:ext>
                </a:extLst>
              </a:tr>
              <a:tr h="420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Network 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RSSI values in 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4285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08B2975-57F9-AFEE-4B8D-9490FD5A13A5}"/>
              </a:ext>
            </a:extLst>
          </p:cNvPr>
          <p:cNvSpPr txBox="1"/>
          <p:nvPr/>
        </p:nvSpPr>
        <p:spPr>
          <a:xfrm>
            <a:off x="196645" y="32335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Tools and Technologies</a:t>
            </a: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C6D30E3-1661-1CC6-E5DE-57E925B0E014}"/>
              </a:ext>
            </a:extLst>
          </p:cNvPr>
          <p:cNvSpPr/>
          <p:nvPr/>
        </p:nvSpPr>
        <p:spPr>
          <a:xfrm>
            <a:off x="196645" y="769382"/>
            <a:ext cx="3382297" cy="2277400"/>
          </a:xfrm>
          <a:prstGeom prst="snip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50" b="1" dirty="0"/>
              <a:t>1</a:t>
            </a:r>
            <a:r>
              <a:rPr lang="en-IN" sz="1400" b="1" dirty="0"/>
              <a:t>. Proposed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/>
              <a:t>User Interface: Web dashboard for entering network measurements and viewing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/>
              <a:t>Signal Analysis Module: Analyses RSSI values to identify weak-signal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/>
              <a:t>Visualization Module: Displays signal strength and dead zones on a floor plan, if supported.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/>
              <a:t>Backend and Data Storage: Processes requests and stores survey records, where implemented.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/>
              <a:t>Recommendation Module: Suggests possible ways to improve Wi-Fi coverage.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8C7D8E-7956-84FB-ED37-D8F76788A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7" r="-2268" b="3226"/>
          <a:stretch>
            <a:fillRect/>
          </a:stretch>
        </p:blipFill>
        <p:spPr>
          <a:xfrm>
            <a:off x="4021394" y="511276"/>
            <a:ext cx="5122605" cy="61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B37963-B361-D5B9-864E-542EA37F2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8" b="60554"/>
          <a:stretch>
            <a:fillRect/>
          </a:stretch>
        </p:blipFill>
        <p:spPr>
          <a:xfrm>
            <a:off x="91440" y="1248600"/>
            <a:ext cx="8961120" cy="1966144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48F9A34-8FDA-989F-ACE5-B6090BA9164E}"/>
              </a:ext>
            </a:extLst>
          </p:cNvPr>
          <p:cNvSpPr/>
          <p:nvPr/>
        </p:nvSpPr>
        <p:spPr>
          <a:xfrm>
            <a:off x="299657" y="3368316"/>
            <a:ext cx="3918966" cy="2581275"/>
          </a:xfrm>
          <a:prstGeom prst="snip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b="1" dirty="0"/>
          </a:p>
          <a:p>
            <a:endParaRPr lang="en-IN" sz="1200" b="1" dirty="0"/>
          </a:p>
          <a:p>
            <a:endParaRPr lang="en-IN" sz="1200" b="1" dirty="0"/>
          </a:p>
          <a:p>
            <a:r>
              <a:rPr lang="en-US" b="1" dirty="0"/>
              <a:t>Implementation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Frontend: Web-based dashboard for entering network measurements and viewing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Backend: Processes requests received from the frontend through an API.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Signal Analysis: Classifies signal strength using RSSI values and predefined thresholds.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Visualization: Displays weak-signal locations and a heatmap where supported.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Recommendations: Provides suggestions to improve Wi-Fi coverage based on detected weak areas.</a:t>
            </a:r>
            <a:br>
              <a:rPr lang="en-US" sz="1200" dirty="0"/>
            </a:br>
            <a:endParaRPr lang="en-IN" dirty="0"/>
          </a:p>
          <a:p>
            <a:pPr algn="ctr"/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085EF34-70A8-4BE0-41EA-77E058716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968802"/>
              </p:ext>
            </p:extLst>
          </p:nvPr>
        </p:nvGraphicFramePr>
        <p:xfrm>
          <a:off x="4413344" y="3933825"/>
          <a:ext cx="4668480" cy="1766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614">
                  <a:extLst>
                    <a:ext uri="{9D8B030D-6E8A-4147-A177-3AD203B41FA5}">
                      <a16:colId xmlns:a16="http://schemas.microsoft.com/office/drawing/2014/main" val="4166589237"/>
                    </a:ext>
                  </a:extLst>
                </a:gridCol>
                <a:gridCol w="2900866">
                  <a:extLst>
                    <a:ext uri="{9D8B030D-6E8A-4147-A177-3AD203B41FA5}">
                      <a16:colId xmlns:a16="http://schemas.microsoft.com/office/drawing/2014/main" val="1621557064"/>
                    </a:ext>
                  </a:extLst>
                </a:gridCol>
              </a:tblGrid>
              <a:tr h="230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891473"/>
                  </a:ext>
                </a:extLst>
              </a:tr>
              <a:tr h="41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Frontend unable to connect to 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Check the backend status, API URL and port configuration.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178969"/>
                  </a:ext>
                </a:extLst>
              </a:tr>
              <a:tr h="462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Incorrect signal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Verify the RSSI input and configured signal-strength thresholds.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393756"/>
                  </a:ext>
                </a:extLst>
              </a:tr>
              <a:tr h="648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Heatmap or results not displayed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Check the measurement data, location inputs and browser console for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68347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E3F793E-EDED-A2CF-8800-5B4CAC445330}"/>
              </a:ext>
            </a:extLst>
          </p:cNvPr>
          <p:cNvSpPr txBox="1"/>
          <p:nvPr/>
        </p:nvSpPr>
        <p:spPr>
          <a:xfrm>
            <a:off x="4413344" y="3419273"/>
            <a:ext cx="3819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Troubleshooting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75E30-7BE8-6207-6310-860B208BB7B2}"/>
              </a:ext>
            </a:extLst>
          </p:cNvPr>
          <p:cNvSpPr txBox="1"/>
          <p:nvPr/>
        </p:nvSpPr>
        <p:spPr>
          <a:xfrm>
            <a:off x="201561" y="978456"/>
            <a:ext cx="145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A60ED-C899-4618-BFEF-A834CA5E35ED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Test: [Input and test condition]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Expected: [Expected behaviour]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Observed: [Actual result and interpretation]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 achieved: [Evidence linked to objectives]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615BA8-81E6-C171-D6AC-A97B91117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53029"/>
              </p:ext>
            </p:extLst>
          </p:nvPr>
        </p:nvGraphicFramePr>
        <p:xfrm>
          <a:off x="136724" y="1055765"/>
          <a:ext cx="6152505" cy="4498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0835">
                  <a:extLst>
                    <a:ext uri="{9D8B030D-6E8A-4147-A177-3AD203B41FA5}">
                      <a16:colId xmlns:a16="http://schemas.microsoft.com/office/drawing/2014/main" val="631489262"/>
                    </a:ext>
                  </a:extLst>
                </a:gridCol>
                <a:gridCol w="2050835">
                  <a:extLst>
                    <a:ext uri="{9D8B030D-6E8A-4147-A177-3AD203B41FA5}">
                      <a16:colId xmlns:a16="http://schemas.microsoft.com/office/drawing/2014/main" val="2829555045"/>
                    </a:ext>
                  </a:extLst>
                </a:gridCol>
                <a:gridCol w="2050835">
                  <a:extLst>
                    <a:ext uri="{9D8B030D-6E8A-4147-A177-3AD203B41FA5}">
                      <a16:colId xmlns:a16="http://schemas.microsoft.com/office/drawing/2014/main" val="3741652791"/>
                    </a:ext>
                  </a:extLst>
                </a:gridCol>
              </a:tblGrid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Test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Expected Result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Observed Result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57313927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Valid signal input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Correct signal classification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Passed — signal classified correctly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88953714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Invalid or missing input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Validation message or suitable error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Passed — invalid input handled appropriately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912492797"/>
                  </a:ext>
                </a:extLst>
              </a:tr>
              <a:tr h="927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Floor-plan visualization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Measurements shown at selected locations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Passed — measurements displayed at the correct locations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110647315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Saved test history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Previously saved records retrieved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Passed — saved records retrieved successfully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15308807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Recommendation generation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Suggestions based on signal strength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Passed — relevant recommendations generated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405361424"/>
                  </a:ext>
                </a:extLst>
              </a:tr>
              <a:tr h="927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Backend API connectivity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Successful communication between frontend and backend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Passed — API requests and responses handled successfully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3539677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0BD49DC-DB62-944C-A40B-231C38CBF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2" y="1066800"/>
            <a:ext cx="2718048" cy="2162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DD54E9-7007-FBFF-2CD4-5DEAEF50E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78" y="3428999"/>
            <a:ext cx="2661821" cy="212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219075" y="1066800"/>
            <a:ext cx="8693277" cy="4846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 u="sng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  <a:endParaRPr lang="en-IN" sz="2400" b="1" u="sng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240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r>
              <a:rPr lang="en-IN" sz="2000" b="1" dirty="0"/>
              <a:t>Core Feature:</a:t>
            </a:r>
            <a:r>
              <a:rPr lang="en-IN" sz="2000" dirty="0"/>
              <a:t> Detect and visualize weak Wi-Fi signal areas using signal measurements and floor-plan mapping.</a:t>
            </a:r>
          </a:p>
          <a:p>
            <a:r>
              <a:rPr lang="en-IN" sz="2000" b="1" dirty="0"/>
              <a:t>1. Launch the Application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Start the frontend and backend services.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Open the Network Dead Zone Detector dashboard in the browser.</a:t>
            </a:r>
          </a:p>
          <a:p>
            <a:r>
              <a:rPr lang="en-IN" sz="2000" b="1" dirty="0"/>
              <a:t>2. Run the Survey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Open the floor-plan or survey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Enter a Wi-Fi signal-strength value (RSSI) for a selected location.</a:t>
            </a:r>
          </a:p>
          <a:p>
            <a:r>
              <a:rPr lang="en-IN" sz="2000" b="1" dirty="0"/>
              <a:t>3. Display and Explain the Output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Show the signal classification based on configured thresholds.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Display the measurement on the floor-plan heatmap, if supported.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Explain the recommendation provided for improving weak coverage, if available.</a:t>
            </a:r>
          </a:p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75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3621023" y="1877568"/>
            <a:ext cx="4999101" cy="141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30035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476250" y="5434012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65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04B4CB-C658-FB34-9420-911132E21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" t="4671" r="1043" b="5025"/>
          <a:stretch>
            <a:fillRect/>
          </a:stretch>
        </p:blipFill>
        <p:spPr>
          <a:xfrm>
            <a:off x="370289" y="562853"/>
            <a:ext cx="8403422" cy="437313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779F11-4ADF-83FF-46E8-9923E6F3C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987754"/>
              </p:ext>
            </p:extLst>
          </p:nvPr>
        </p:nvGraphicFramePr>
        <p:xfrm>
          <a:off x="2930013" y="4935991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17745028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40982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CONTRIBUTION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67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Shagun Bhati-1262243778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Designed the system architecture.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2295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Sukhmeet Singh-1262243781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Implemented the detection logic.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2718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Prathamesh Bhadange-1262243768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Handled network configuration and testing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493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Yasir Patel-1262243772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Prepared documentation and results.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3236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dirty="0"/>
              <a:t>[1] R. Fielding, M. Nottingham, and J. Reschke, “HTTP Semantics,” RFC 9110, Internet Engineering Task Force (IETF), June 2022. Available: </a:t>
            </a:r>
            <a:r>
              <a:rPr lang="en-IN" dirty="0">
                <a:hlinkClick r:id="rId3"/>
              </a:rPr>
              <a:t>https://www.rfc-editor.org/rfc/rfc9110.html</a:t>
            </a:r>
            <a:endParaRPr lang="en-IN" dirty="0"/>
          </a:p>
          <a:p>
            <a:r>
              <a:rPr lang="en-IN" dirty="0"/>
              <a:t>[2] Mozilla Developer Network (MDN), “Geolocation API.” Available: </a:t>
            </a:r>
            <a:r>
              <a:rPr lang="en-IN" dirty="0">
                <a:hlinkClick r:id="rId4"/>
              </a:rPr>
              <a:t>https://developer.mozilla.org/en-US/docs/Web/API/Geolocation_API</a:t>
            </a:r>
            <a:endParaRPr lang="en-IN" dirty="0"/>
          </a:p>
          <a:p>
            <a:r>
              <a:rPr lang="en-IN" dirty="0"/>
              <a:t>[3] Mozilla Developer Network (MDN), “Fetch API.” Available: </a:t>
            </a:r>
            <a:r>
              <a:rPr lang="en-IN" dirty="0">
                <a:hlinkClick r:id="rId5"/>
              </a:rPr>
              <a:t>https://developer.mozilla.org/en-US/docs/Web/API/Fetch_API</a:t>
            </a:r>
            <a:endParaRPr lang="en-IN" dirty="0"/>
          </a:p>
          <a:p>
            <a:r>
              <a:rPr lang="en-IN" dirty="0"/>
              <a:t>[4] IEEE, “IEEE 802.11 Wireless LAN Standards.” Refer to the official IEEE 802.11 Working Group resources: </a:t>
            </a:r>
            <a:r>
              <a:rPr lang="en-IN" dirty="0">
                <a:hlinkClick r:id="rId6"/>
              </a:rPr>
              <a:t>https://www.ieee802.org/11/</a:t>
            </a:r>
            <a:endParaRPr lang="en-IN" dirty="0"/>
          </a:p>
          <a:p>
            <a:pPr lvl="0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1335</Words>
  <Application>Microsoft Office PowerPoint</Application>
  <DocSecurity>0</DocSecurity>
  <PresentationFormat>On-screen Show (4:3)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Shagun Bhati</cp:lastModifiedBy>
  <cp:revision>5</cp:revision>
  <dcterms:created xsi:type="dcterms:W3CDTF">2026-10-14T10:56:48Z</dcterms:created>
  <dcterms:modified xsi:type="dcterms:W3CDTF">2026-10-21T04:17:02Z</dcterms:modified>
</cp:coreProperties>
</file>